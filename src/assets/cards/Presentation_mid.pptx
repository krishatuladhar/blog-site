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89"/>
  </p:normalViewPr>
  <p:slideViewPr>
    <p:cSldViewPr snapToGrid="0">
      <p:cViewPr varScale="1">
        <p:scale>
          <a:sx n="108" d="100"/>
          <a:sy n="108" d="100"/>
        </p:scale>
        <p:origin x="7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71F6E7-6371-894B-9EEB-45885365960A}" type="datetimeFigureOut">
              <a:rPr lang="en-NP" smtClean="0"/>
              <a:t>30/12/2025</a:t>
            </a:fld>
            <a:endParaRPr lang="en-N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4C712-2E77-B64E-862A-C5AE44076F0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344644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C4C712-2E77-B64E-862A-C5AE44076F03}" type="slidenum">
              <a:rPr lang="en-NP" smtClean="0"/>
              <a:t>9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640234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B547-AED6-D93A-E2CF-EDA021BE0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D05CE-7C5C-A578-3A68-FBE009B26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E9011-9F49-91EE-CA78-39E398D1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08DFD-9A94-804C-8923-EE68E3C49614}" type="datetimeFigureOut">
              <a:rPr lang="en-NP" smtClean="0"/>
              <a:t>30/12/2025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E945A-A1DD-9197-DE46-0BDF0FE1D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E6EFC-A885-29E9-EC14-3C732C9BB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8111-955B-1E48-B55E-1F22A49D75CA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47496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B529E-AAB7-7B7E-43CF-C7AD03C78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3A87D-843F-83C4-1F38-901182F4B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8F831-D4E4-0538-1833-84BACAD4C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08DFD-9A94-804C-8923-EE68E3C49614}" type="datetimeFigureOut">
              <a:rPr lang="en-NP" smtClean="0"/>
              <a:t>30/12/2025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26248-9432-1DBA-2392-37C89F985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E9B5A-9095-D21E-DBAA-5BF144BEF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8111-955B-1E48-B55E-1F22A49D75CA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157918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6F75-99AF-4210-791A-5A0947335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A44AE-7935-9EC9-5FFE-E91374151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23446-4FD1-748E-56F3-30D22E9E4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08DFD-9A94-804C-8923-EE68E3C49614}" type="datetimeFigureOut">
              <a:rPr lang="en-NP" smtClean="0"/>
              <a:t>30/12/2025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D0E41-76B6-C014-DA65-70DD471E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C4DF7-B94E-E87D-B305-468B453E2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8111-955B-1E48-B55E-1F22A49D75CA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13071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07EDA-60B1-4222-9F12-72018DCD1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7BB77-AAD9-AB6F-8829-78AD3537EF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0E919-C9E7-2848-399F-60A1BCC2D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44648-2553-E7D1-5FBF-C79E2FD0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08DFD-9A94-804C-8923-EE68E3C49614}" type="datetimeFigureOut">
              <a:rPr lang="en-NP" smtClean="0"/>
              <a:t>30/12/2025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83FE2-9909-63DB-E3F3-CE34CFA7C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D950D-CE50-4C56-73A8-478ABF56E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8111-955B-1E48-B55E-1F22A49D75CA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70505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B8E13-ECDA-B766-ED34-A118A956C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40419-AD3D-4355-FB8D-A24C96B7E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69A0F-FC49-9E2C-1AF2-7C940E939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50873F-1967-8D20-F3B5-5EAE150641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4D82F9-8289-868C-01F7-4ADD2BD2BC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18D613-1EB1-806D-C195-B4868F116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08DFD-9A94-804C-8923-EE68E3C49614}" type="datetimeFigureOut">
              <a:rPr lang="en-NP" smtClean="0"/>
              <a:t>30/12/2025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B692DD-3383-C6B6-037F-B87001618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00ED3-46C9-BA73-97E6-2AABEC5D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8111-955B-1E48-B55E-1F22A49D75CA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618068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CFFB9-51A4-E09B-3CED-94487E959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656D7D-ACB6-E033-FE11-998BB4D3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08DFD-9A94-804C-8923-EE68E3C49614}" type="datetimeFigureOut">
              <a:rPr lang="en-NP" smtClean="0"/>
              <a:t>30/12/2025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E32E4-2DA4-B1E0-11B3-6F5F0EFAC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311C5-703A-5E0E-E77A-FDAF11CF0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8111-955B-1E48-B55E-1F22A49D75CA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936130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CF38F9-971C-0F0C-8B74-9221C3954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08DFD-9A94-804C-8923-EE68E3C49614}" type="datetimeFigureOut">
              <a:rPr lang="en-NP" smtClean="0"/>
              <a:t>30/12/2025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5A0112-FFE8-2238-FEEF-C97AED3B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66BA0-BC93-5309-FC7A-BE1786BE3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8111-955B-1E48-B55E-1F22A49D75CA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040480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B6E47-2CC9-0E67-844C-A09AD689F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158D0-A312-F6B9-449C-B68EA4E71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7EACD-3DE9-66F2-04B2-14F43421C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1DAEA-0B76-2370-6994-C3D0449BC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08DFD-9A94-804C-8923-EE68E3C49614}" type="datetimeFigureOut">
              <a:rPr lang="en-NP" smtClean="0"/>
              <a:t>30/12/2025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970D3-D070-285A-7F69-6238D6155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74235-14DF-5AD2-0F1B-D21C9C0CC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8111-955B-1E48-B55E-1F22A49D75CA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815706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2A405-4DC2-D7B2-7228-B57F62DC8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16656-A9AA-84D5-1226-0F0C72EDDF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F50AC-086C-CD3C-CD1A-C64F3DFC8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D8FD4-B894-6890-A322-E03244AA4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08DFD-9A94-804C-8923-EE68E3C49614}" type="datetimeFigureOut">
              <a:rPr lang="en-NP" smtClean="0"/>
              <a:t>30/12/2025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37432-5B63-C414-F08E-A453CF672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3F7F4-D912-BC6C-1E21-F07EDAF6B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8111-955B-1E48-B55E-1F22A49D75CA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079341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ED572-DA62-5EC8-D16A-9D4CBA9BE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0582B-0AAD-EBC8-89D8-C81F7C39D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E8A16-4D40-AB28-E35D-D055F9961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08DFD-9A94-804C-8923-EE68E3C49614}" type="datetimeFigureOut">
              <a:rPr lang="en-NP" smtClean="0"/>
              <a:t>30/12/2025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760DE-8924-2718-D0BC-D9616EFB0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DE823-C40D-7AC1-6403-C6C6C37A3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8111-955B-1E48-B55E-1F22A49D75CA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01548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C59C3-615E-5F4C-DCA3-0A816C08B6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9629C-FC27-4FD4-EF90-996243511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31E3B-D905-A1D8-9650-680EAABA9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08DFD-9A94-804C-8923-EE68E3C49614}" type="datetimeFigureOut">
              <a:rPr lang="en-NP" smtClean="0"/>
              <a:t>30/12/2025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CFC15-3954-78C1-BBB7-01D38E6CF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2E6-19F4-B7B3-4539-D23B5B5A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8111-955B-1E48-B55E-1F22A49D75CA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278260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95BC67-9C76-E585-579C-1505B27FC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F504F-E065-1AD8-3EEB-08E5E180A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6BF59-DF96-C083-D027-703019AAC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08DFD-9A94-804C-8923-EE68E3C49614}" type="datetimeFigureOut">
              <a:rPr lang="en-NP" smtClean="0"/>
              <a:t>30/12/2025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9B6F5-FA7B-8C03-4E25-FC25F0BF8A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65402-C2E3-0F53-0321-EAC6432BA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188111-955B-1E48-B55E-1F22A49D75CA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56944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8A2AF-9ECD-F28D-70D4-1440AD11A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091" y="14271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Blockchain Developer Internship At </a:t>
            </a:r>
            <a:r>
              <a:rPr lang="en-US" b="1" dirty="0" err="1">
                <a:effectLst/>
              </a:rPr>
              <a:t>Sireto</a:t>
            </a:r>
            <a:r>
              <a:rPr lang="en-US" b="1" dirty="0">
                <a:effectLst/>
              </a:rPr>
              <a:t> Technology</a:t>
            </a:r>
            <a:br>
              <a:rPr lang="en-US" b="1" dirty="0">
                <a:effectLst/>
              </a:rPr>
            </a:br>
            <a:endParaRPr lang="en-NP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51FBE-F7C4-B6BC-B3FA-47A285677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1091" y="4706444"/>
            <a:ext cx="9144000" cy="1655762"/>
          </a:xfrm>
        </p:spPr>
        <p:txBody>
          <a:bodyPr/>
          <a:lstStyle/>
          <a:p>
            <a:r>
              <a:rPr lang="en-US" b="1" dirty="0"/>
              <a:t>Kushal Acharya</a:t>
            </a:r>
          </a:p>
          <a:p>
            <a:r>
              <a:rPr lang="en-US" dirty="0"/>
              <a:t>BSc. CSIT – 8th Semester</a:t>
            </a:r>
          </a:p>
          <a:p>
            <a:pPr algn="l"/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457608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DA62-0BD3-C52B-F3D5-642F5C76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Internship Journey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56E64-63A4-6D77-7E3B-F783FBDF1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Practical Exposure: </a:t>
            </a:r>
            <a:r>
              <a:rPr lang="en-US" dirty="0"/>
              <a:t>Gain invaluable practical experience that extends beyond theoretical classroom learning.</a:t>
            </a:r>
          </a:p>
          <a:p>
            <a:r>
              <a:rPr lang="en-US" b="1" dirty="0"/>
              <a:t>Real-World Projects: </a:t>
            </a:r>
            <a:r>
              <a:rPr lang="en-US" dirty="0"/>
              <a:t>Understand and contribute to actual project environments within a leading technology company.</a:t>
            </a:r>
          </a:p>
          <a:p>
            <a:r>
              <a:rPr lang="en-US" b="1" dirty="0"/>
              <a:t>Blockchain Focus: </a:t>
            </a:r>
            <a:r>
              <a:rPr lang="en-US" dirty="0"/>
              <a:t>Dive deep into blockchain development, specializing in decentralized systems and smart contracts.</a:t>
            </a:r>
          </a:p>
          <a:p>
            <a:r>
              <a:rPr lang="en-US" b="1" dirty="0"/>
              <a:t>Hands-On Experience: A</a:t>
            </a:r>
            <a:r>
              <a:rPr lang="en-US" dirty="0"/>
              <a:t>cquire direct, hands-on experience that will set the foundation for a successful career in blockchain.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772429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2F803-164D-AC0D-4ADD-DBD91786E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About </a:t>
            </a:r>
            <a:r>
              <a:rPr lang="en-US" b="1" dirty="0" err="1"/>
              <a:t>Sireto</a:t>
            </a:r>
            <a:r>
              <a:rPr lang="en-US" b="1" dirty="0"/>
              <a:t> Technology: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37389-CDF5-C6F3-99C9-FC9382BD5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568" y="1690687"/>
            <a:ext cx="10785231" cy="48021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Since its establishment in </a:t>
            </a:r>
            <a:r>
              <a:rPr lang="en-US" b="1" dirty="0"/>
              <a:t>2018</a:t>
            </a:r>
            <a:r>
              <a:rPr lang="en-US" dirty="0"/>
              <a:t>, </a:t>
            </a:r>
            <a:r>
              <a:rPr lang="en-US" dirty="0" err="1"/>
              <a:t>Sireto</a:t>
            </a:r>
            <a:r>
              <a:rPr lang="en-US" dirty="0"/>
              <a:t> Technology has been at the forefront of blockchain innovation, dedicated to crafting decentralized solutions.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Smart Contract Development</a:t>
            </a:r>
          </a:p>
          <a:p>
            <a:r>
              <a:rPr lang="en-US" dirty="0"/>
              <a:t>Building secure and efficient self-executing contracts.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Decentralized Applications (</a:t>
            </a:r>
            <a:r>
              <a:rPr lang="en-US" b="1" dirty="0" err="1"/>
              <a:t>DApps</a:t>
            </a:r>
            <a:r>
              <a:rPr lang="en-US" b="1" dirty="0"/>
              <a:t>) </a:t>
            </a:r>
          </a:p>
          <a:p>
            <a:r>
              <a:rPr lang="en-US" dirty="0"/>
              <a:t>Creating user-centric applications on blockchain networks.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ED9AFC-54A5-9CF8-FFD3-96CCBC8C8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861" y="3751467"/>
            <a:ext cx="680626" cy="680626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EBED8C9-EE65-19AA-0F7C-F4C812225E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06891" y="5480917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015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FFB74-F5B9-B678-1A5B-4FD5ED79C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Internship Objectives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5B09B-025F-FFBA-85A8-421AA2008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Hands-on Blockchain Experience: </a:t>
            </a:r>
            <a:r>
              <a:rPr lang="en-US" dirty="0"/>
              <a:t>Gain practical proficiency with cutting-edge blockchain technologies.</a:t>
            </a:r>
          </a:p>
          <a:p>
            <a:r>
              <a:rPr lang="en-US" b="1" dirty="0"/>
              <a:t>Haskell &amp; Plutus : </a:t>
            </a:r>
            <a:r>
              <a:rPr lang="en-US" dirty="0"/>
              <a:t>Develop smart contracts using industry-leading languages and frameworks.</a:t>
            </a:r>
          </a:p>
          <a:p>
            <a:r>
              <a:rPr lang="en-US" b="1" dirty="0" err="1"/>
              <a:t>DApp</a:t>
            </a:r>
            <a:r>
              <a:rPr lang="en-US" b="1" dirty="0"/>
              <a:t> Development: </a:t>
            </a:r>
            <a:r>
              <a:rPr lang="en-US" dirty="0"/>
              <a:t>Build and deploy innovative decentralized applications from concept to execution.</a:t>
            </a:r>
          </a:p>
          <a:p>
            <a:r>
              <a:rPr lang="en-US" b="1" dirty="0"/>
              <a:t>Security &amp; Deployment: </a:t>
            </a:r>
            <a:r>
              <a:rPr lang="en-US" dirty="0"/>
              <a:t>Understand the intricacies of blockchain testing, secure deployment, and ongoing maintenance.</a:t>
            </a:r>
          </a:p>
          <a:p>
            <a:r>
              <a:rPr lang="en-US" b="1" dirty="0"/>
              <a:t>Problem-Solving &amp; Teamwork: </a:t>
            </a:r>
            <a:r>
              <a:rPr lang="en-US" dirty="0"/>
              <a:t>Enhance critical thinking and collaborative skills within a professional development environment.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4091884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25143-DD54-BAE8-BF72-B9935BAAB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Roles &amp; Responsibilities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94835-4D78-39F4-99F6-4E0408B52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Smart Contract Engineering: </a:t>
            </a:r>
            <a:r>
              <a:rPr lang="en-US" dirty="0"/>
              <a:t>Design, write, and rigorously test smart contracts using cutting-edge tools.</a:t>
            </a:r>
          </a:p>
          <a:p>
            <a:r>
              <a:rPr lang="en-US" b="1" dirty="0"/>
              <a:t>Plutus &amp; Tooling: </a:t>
            </a:r>
            <a:r>
              <a:rPr lang="en-US" dirty="0"/>
              <a:t>Work effectively with Plutus development tools and diverse blockchain test environments.</a:t>
            </a:r>
          </a:p>
          <a:p>
            <a:r>
              <a:rPr lang="en-US" b="1" dirty="0"/>
              <a:t>Simulation &amp; Debugging: </a:t>
            </a:r>
            <a:r>
              <a:rPr lang="en-US" dirty="0"/>
              <a:t>Perform comprehensive contract simulations, debugging, and optimization.</a:t>
            </a:r>
          </a:p>
          <a:p>
            <a:endParaRPr lang="en-US" dirty="0"/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121550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7FF3D-ACA5-6FF5-735A-2FD9A8EB6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Internship Timeline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306C2-1F5B-2EC2-E12D-D79471124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Month 1: Foundation &amp; Initial Builds</a:t>
            </a:r>
          </a:p>
          <a:p>
            <a:pPr lvl="1"/>
            <a:r>
              <a:rPr lang="en-US" dirty="0"/>
              <a:t>Environment setup and onboarding.</a:t>
            </a:r>
          </a:p>
          <a:p>
            <a:pPr lvl="1"/>
            <a:r>
              <a:rPr lang="en-US" dirty="0"/>
              <a:t>Intensive research and learning of Haskell/Plutus and blockchain technology.</a:t>
            </a:r>
          </a:p>
          <a:p>
            <a:pPr marL="0" indent="0">
              <a:buNone/>
            </a:pPr>
            <a:r>
              <a:rPr lang="en-US" b="1" dirty="0"/>
              <a:t>Month 2: Development &amp; Advanced Contracts</a:t>
            </a:r>
          </a:p>
          <a:p>
            <a:pPr lvl="1"/>
            <a:r>
              <a:rPr lang="en-US" dirty="0"/>
              <a:t>Focus on developing core </a:t>
            </a:r>
            <a:r>
              <a:rPr lang="en-US" dirty="0" err="1"/>
              <a:t>DApp</a:t>
            </a:r>
            <a:r>
              <a:rPr lang="en-US" dirty="0"/>
              <a:t> features.</a:t>
            </a:r>
          </a:p>
          <a:p>
            <a:pPr lvl="1"/>
            <a:r>
              <a:rPr lang="en-US" dirty="0"/>
              <a:t>Advanced smart contract development and optimization.</a:t>
            </a:r>
          </a:p>
          <a:p>
            <a:pPr lvl="1"/>
            <a:r>
              <a:rPr lang="en-US" dirty="0"/>
              <a:t>Initiation of comprehensive testing and debugging procedures.</a:t>
            </a:r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969685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86DC3-47D6-7E69-0FDA-765EC3AB6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509" y="64798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Month 3: Deployment &amp; Finalization</a:t>
            </a:r>
          </a:p>
          <a:p>
            <a:pPr lvl="1"/>
            <a:r>
              <a:rPr lang="en-US" dirty="0"/>
              <a:t>Deployment of developed solutions to a </a:t>
            </a:r>
            <a:r>
              <a:rPr lang="en-US" dirty="0" err="1"/>
              <a:t>testnet</a:t>
            </a:r>
            <a:r>
              <a:rPr lang="en-US" dirty="0"/>
              <a:t> environment.</a:t>
            </a:r>
          </a:p>
          <a:p>
            <a:pPr lvl="1"/>
            <a:r>
              <a:rPr lang="en-US" dirty="0"/>
              <a:t>Thorough documentation of all project aspects.</a:t>
            </a:r>
          </a:p>
          <a:p>
            <a:pPr lvl="1"/>
            <a:r>
              <a:rPr lang="en-US" dirty="0"/>
              <a:t>Preparation and delivery of the final report and presentation.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130305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E4D80-87C5-9FDC-5039-48B334AF0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b="1" dirty="0"/>
              <a:t>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98A40-E49B-5680-EA76-E12D694E1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P" dirty="0"/>
              <a:t>Made a </a:t>
            </a:r>
            <a:r>
              <a:rPr lang="en-US" dirty="0"/>
              <a:t>real-time Cardano blockchain explorer with Rust + Oura + </a:t>
            </a:r>
            <a:r>
              <a:rPr lang="en-US" dirty="0" err="1"/>
              <a:t>WebSockets</a:t>
            </a:r>
            <a:r>
              <a:rPr lang="en-US" dirty="0"/>
              <a:t> + </a:t>
            </a:r>
            <a:r>
              <a:rPr lang="en-US" dirty="0" err="1"/>
              <a:t>Next.js</a:t>
            </a:r>
            <a:r>
              <a:rPr lang="en-US" dirty="0"/>
              <a:t> that gives live blocks &amp; transactions streaming from </a:t>
            </a:r>
            <a:r>
              <a:rPr lang="en-US" dirty="0" err="1"/>
              <a:t>PreProd</a:t>
            </a:r>
            <a:r>
              <a:rPr lang="en-US" dirty="0"/>
              <a:t> </a:t>
            </a:r>
            <a:r>
              <a:rPr lang="en-US" dirty="0" err="1"/>
              <a:t>testnet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NP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137036-F6A1-07A6-18C2-27D829ABC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774" y="3206731"/>
            <a:ext cx="5663541" cy="283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400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1A136-8116-4C84-865F-5DE0EE676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11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Learning Outcomes</a:t>
            </a:r>
            <a:endParaRPr lang="en-NP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EEE19-F4DC-D1AC-8F2C-EBA1A65B59CD}"/>
              </a:ext>
            </a:extLst>
          </p:cNvPr>
          <p:cNvSpPr txBox="1"/>
          <p:nvPr/>
        </p:nvSpPr>
        <p:spPr>
          <a:xfrm>
            <a:off x="679938" y="1218926"/>
            <a:ext cx="11160370" cy="520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This internship at </a:t>
            </a:r>
            <a:r>
              <a:rPr lang="en-US" sz="2400" dirty="0" err="1"/>
              <a:t>Sireto</a:t>
            </a:r>
            <a:r>
              <a:rPr lang="en-US" sz="2400" dirty="0"/>
              <a:t> Technology offers an unparalleled opportunity to develop critical skills and knowledge in the burgeoning field of blockchain.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Smart Contract Expertise:</a:t>
            </a:r>
            <a:r>
              <a:rPr lang="en-US" sz="2400" dirty="0"/>
              <a:t> </a:t>
            </a:r>
            <a:r>
              <a:rPr lang="en-US" sz="2400" dirty="0" err="1"/>
              <a:t>Knowledgwable</a:t>
            </a:r>
            <a:r>
              <a:rPr lang="en-US" sz="2400" dirty="0"/>
              <a:t> in Haskell and Plutus for robust smart contract development.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/>
              <a:t>DApp</a:t>
            </a:r>
            <a:r>
              <a:rPr lang="en-US" sz="2400" b="1" dirty="0"/>
              <a:t> Integration:</a:t>
            </a:r>
            <a:r>
              <a:rPr lang="en-US" sz="2400" dirty="0"/>
              <a:t> Proficiency in integrating and managing </a:t>
            </a:r>
            <a:r>
              <a:rPr lang="en-US" sz="2400" dirty="0" err="1"/>
              <a:t>DApps</a:t>
            </a:r>
            <a:r>
              <a:rPr lang="en-US" sz="2400" dirty="0"/>
              <a:t> within blockchain workflows.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Enhanced Technical Skills:</a:t>
            </a:r>
            <a:r>
              <a:rPr lang="en-US" sz="2400" dirty="0"/>
              <a:t> Significant improvement in coding, testing, and debugging abilities.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Real-World Industry Experience:</a:t>
            </a:r>
            <a:r>
              <a:rPr lang="en-US" sz="2400" dirty="0"/>
              <a:t> Invaluable practical experience gained within the dynamic blockchain industry.</a:t>
            </a:r>
          </a:p>
        </p:txBody>
      </p:sp>
    </p:spTree>
    <p:extLst>
      <p:ext uri="{BB962C8B-B14F-4D97-AF65-F5344CB8AC3E}">
        <p14:creationId xmlns:p14="http://schemas.microsoft.com/office/powerpoint/2010/main" val="49887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456</Words>
  <Application>Microsoft Macintosh PowerPoint</Application>
  <PresentationFormat>Widescreen</PresentationFormat>
  <Paragraphs>47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Blockchain Developer Internship At Sireto Technology </vt:lpstr>
      <vt:lpstr>The Internship Journey</vt:lpstr>
      <vt:lpstr>About Sireto Technology:</vt:lpstr>
      <vt:lpstr>Internship Objectives</vt:lpstr>
      <vt:lpstr>Roles &amp; Responsibilities</vt:lpstr>
      <vt:lpstr>Internship Timeline</vt:lpstr>
      <vt:lpstr>PowerPoint Presentation</vt:lpstr>
      <vt:lpstr>Projects</vt:lpstr>
      <vt:lpstr>Learning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Kushal Acharya</dc:creator>
  <cp:lastModifiedBy>Kushal Acharya</cp:lastModifiedBy>
  <cp:revision>4</cp:revision>
  <dcterms:created xsi:type="dcterms:W3CDTF">2025-11-20T14:59:44Z</dcterms:created>
  <dcterms:modified xsi:type="dcterms:W3CDTF">2025-12-30T12:59:26Z</dcterms:modified>
</cp:coreProperties>
</file>